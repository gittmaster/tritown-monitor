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70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A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Middleton Fire Risk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Safety Initiative for Middleton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Akhil Deshpande |  10th Grade Capstone Project  |  Middleton Community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https://tritown-monitor.onrender.com/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/>
              <a:t>Community Awareness: Fire Risk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Middleton residents</a:t>
            </a:r>
            <a:r>
              <a:rPr lang="en-US" b="1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local fire danger information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2560320"/>
          </a:xfrm>
          <a:prstGeom prst="rect">
            <a:avLst/>
          </a:prstGeom>
          <a:solidFill>
            <a:srgbClr val="F7F8F6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Burning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use fire pits &amp; campfires without knowing current danger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743200" cy="2560320"/>
          </a:xfrm>
          <a:prstGeom prst="rect">
            <a:avLst/>
          </a:prstGeom>
          <a:solidFill>
            <a:srgbClr val="F7F8F6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697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weather services show regional data — not hyperlocal Middleton conditions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743200" cy="2560320"/>
          </a:xfrm>
          <a:prstGeom prst="rect">
            <a:avLst/>
          </a:prstGeom>
          <a:solidFill>
            <a:srgbClr val="F7F8F6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England is seeing more drought conditions and higher fire danger each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Preventable fires occur because the community lacks actionable real-time information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1A4873-64D0-418B-BA9D-D99C52A5F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514678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2128B6-ED88-4712-866F-66C86EE34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508" y="0"/>
            <a:ext cx="8359485" cy="5153042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EA53E43-E247-3EF5-AD25-9431A26527A9}"/>
              </a:ext>
            </a:extLst>
          </p:cNvPr>
          <p:cNvSpPr/>
          <p:nvPr/>
        </p:nvSpPr>
        <p:spPr>
          <a:xfrm>
            <a:off x="692896" y="1796721"/>
            <a:ext cx="2846880" cy="28063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Hardware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13CE0-7BD6-BC07-70EE-3C697FD6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29" t="1624" r="-6160" b="-1622"/>
          <a:stretch>
            <a:fillRect/>
          </a:stretch>
        </p:blipFill>
        <p:spPr>
          <a:xfrm>
            <a:off x="2895601" y="128786"/>
            <a:ext cx="6004560" cy="487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0" y="-7920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749040"/>
          </a:xfrm>
          <a:prstGeom prst="rect">
            <a:avLst/>
          </a:prstGeom>
          <a:solidFill>
            <a:srgbClr val="F7F8F6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Raspberry Pi sensor reads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temperature &amp; humidity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every 5 minutes outdoors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sent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 cloud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 level calculated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based on Middleton climate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6791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Community sees live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fire danger alert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public display 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0" y="1005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Already built and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free to operate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Updates every 5 minutes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24/7 automatically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town maintenance needed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7902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Expandable to multiple sites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Alert Levels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specifically to climate data of the device location.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868680"/>
          </a:xfrm>
          <a:prstGeom prst="rect">
            <a:avLst/>
          </a:prstGeom>
          <a:solidFill>
            <a:srgbClr val="E8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&gt; 50% | Temp &lt; 75°F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234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air quality. Safe conditions today.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261872"/>
            <a:ext cx="2194560" cy="6858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26187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activities permitted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859536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B5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MODERATE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587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30-50% | Temp 75-85°F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194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conditions developing. Avoid burning outdoors.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221992"/>
            <a:ext cx="2194560" cy="685800"/>
          </a:xfrm>
          <a:prstGeom prst="rect">
            <a:avLst/>
          </a:prstGeom>
          <a:solidFill>
            <a:srgbClr val="B57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22199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advised for open flames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8595360" cy="868680"/>
          </a:xfrm>
          <a:prstGeom prst="rect">
            <a:avLst/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HIGH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&lt; 30% | Temp 85-95°F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154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and dry conditions. Stop all outdoor burning now!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182112"/>
            <a:ext cx="2194560" cy="685800"/>
          </a:xfrm>
          <a:prstGeom prst="rect">
            <a:avLst/>
          </a:prstGeom>
          <a:solidFill>
            <a:srgbClr val="C0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318211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outdoor burning permitted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VERY HIGH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507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&lt; 20% | Temp &gt; 95°F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41148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hot and dry! No burning, call 911 if fire spotted!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142232"/>
            <a:ext cx="2194560" cy="6858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4142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conditions — full ban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— Working Right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solidFill>
            <a:srgbClr val="1A1C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For awareness only. Always follow official Fire Marshall guidance and local burn bans. In emergency call 911.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64592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air quality. Safe conditions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3273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8803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2907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72968" y="3273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0176" y="28803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0176" y="2907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9:04 PM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0176" y="3273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live: tritown-monitor.onrender.com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 or type URL on any phone, tablet, or computer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6177DE3E-C62B-8751-9A69-CBB6F7AE19B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Request to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1A4A2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" cy="8229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Expert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our alert thresholds and help us calibrate them to match official fire danger standards for Middleton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822960"/>
          </a:xfrm>
          <a:prstGeom prst="rect">
            <a:avLst/>
          </a:prstGeom>
          <a:solidFill>
            <a:srgbClr val="1A4A2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502920" cy="8229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Endorsement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of support from the Fire Marshall will allow us to install the display anywhere throughout the town. Ex. Flint Public Library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822960"/>
          </a:xfrm>
          <a:prstGeom prst="rect">
            <a:avLst/>
          </a:prstGeom>
          <a:solidFill>
            <a:srgbClr val="1A4A2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" cy="8229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Guidance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10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us on what additional data (wind speed, drought index) would make this system more useful to your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Can Keep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Middleton Safe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already built, already working, and already protecting our community.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 need is your help.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tritown-monitor.onrender.com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</a:t>
            </a:r>
            <a:r>
              <a:rPr lang="en-US" sz="1300" dirty="0" err="1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gittmaster</a:t>
            </a: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/Middleton-monitor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Akhil Deshpande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978-773-0224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Deshpande  |  10th Masco Grade Student  |  Middleton Community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2530</TotalTime>
  <Words>524</Words>
  <Application>Microsoft Office PowerPoint</Application>
  <PresentationFormat>On-screen Show (16:9)</PresentationFormat>
  <Paragraphs>93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Laxmikant Deshpande</cp:lastModifiedBy>
  <cp:revision>5</cp:revision>
  <dcterms:created xsi:type="dcterms:W3CDTF">2026-08-17T01:36:13Z</dcterms:created>
  <dcterms:modified xsi:type="dcterms:W3CDTF">2026-08-21T18:10:07Z</dcterms:modified>
</cp:coreProperties>
</file>